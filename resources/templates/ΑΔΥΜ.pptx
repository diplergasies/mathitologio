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</p:sldIdLst>
  <p:sldSz cy="10692000" cx="7560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368">
          <p15:clr>
            <a:srgbClr val="747775"/>
          </p15:clr>
        </p15:guide>
        <p15:guide id="2" pos="238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368" orient="horz"/>
        <p:guide pos="238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7050" y="685800"/>
            <a:ext cx="2424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217050" y="685800"/>
            <a:ext cx="2424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99096a4f41_0_1:notes"/>
          <p:cNvSpPr/>
          <p:nvPr>
            <p:ph idx="2" type="sldImg"/>
          </p:nvPr>
        </p:nvSpPr>
        <p:spPr>
          <a:xfrm>
            <a:off x="2217050" y="685800"/>
            <a:ext cx="24246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99096a4f4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257712" y="1547778"/>
            <a:ext cx="7044600" cy="426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257705" y="5891409"/>
            <a:ext cx="7044600" cy="164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257705" y="4471058"/>
            <a:ext cx="7044600" cy="1749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257705" y="2395696"/>
            <a:ext cx="3306900" cy="7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3995291" y="2395696"/>
            <a:ext cx="3306900" cy="71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257705" y="1154948"/>
            <a:ext cx="2321700" cy="1570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257705" y="2888617"/>
            <a:ext cx="2321700" cy="6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05325" y="935745"/>
            <a:ext cx="5264700" cy="850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3780000" y="-260"/>
            <a:ext cx="3780000" cy="106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19508" y="2563450"/>
            <a:ext cx="3344400" cy="308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19508" y="5826865"/>
            <a:ext cx="3344400" cy="256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083839" y="1505164"/>
            <a:ext cx="3172200" cy="7681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257705" y="8794266"/>
            <a:ext cx="4959600" cy="125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257705" y="2299346"/>
            <a:ext cx="7044600" cy="408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257705" y="6552657"/>
            <a:ext cx="7044600" cy="27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57705" y="925091"/>
            <a:ext cx="7044600" cy="11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57705" y="2395696"/>
            <a:ext cx="7044600" cy="71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004788" y="9693616"/>
            <a:ext cx="4536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dym-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770475" y="771525"/>
            <a:ext cx="3644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l" sz="1500">
                <a:solidFill>
                  <a:schemeClr val="dk1"/>
                </a:solidFill>
              </a:rPr>
              <a:t>{{Όνομα}} {{Επώνυμο}}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572700" y="1031150"/>
            <a:ext cx="3834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{{ΗμΓεν}}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80475" y="1245075"/>
            <a:ext cx="1436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l" sz="1200">
                <a:solidFill>
                  <a:schemeClr val="dk1"/>
                </a:solidFill>
              </a:rPr>
              <a:t>{{ΔΙΚΑ}}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80000" y="1431350"/>
            <a:ext cx="4844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{{Σχολείο}} Δράμας				Α’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90175" y="12296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ΑΜΚΑ: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52400" y="309825"/>
            <a:ext cx="1855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l">
                <a:solidFill>
                  <a:schemeClr val="dk1"/>
                </a:solidFill>
              </a:rPr>
              <a:t>{{Μονάδα}}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dym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255200" cy="10261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