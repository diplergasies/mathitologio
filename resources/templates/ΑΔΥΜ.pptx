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368">
          <p15:clr>
            <a:srgbClr val="747775"/>
          </p15:clr>
        </p15:guide>
        <p15:guide id="2" pos="238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368" orient="horz"/>
        <p:guide pos="2381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9096a4f41_0_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99096a4f4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57712" y="1547778"/>
            <a:ext cx="7044600" cy="426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57705" y="5891409"/>
            <a:ext cx="7044600" cy="16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57705" y="4471058"/>
            <a:ext cx="7044600" cy="174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57705" y="2395696"/>
            <a:ext cx="3306900" cy="71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3995291" y="2395696"/>
            <a:ext cx="3306900" cy="71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57705" y="1154948"/>
            <a:ext cx="2321700" cy="157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57705" y="2888617"/>
            <a:ext cx="2321700" cy="6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05325" y="935745"/>
            <a:ext cx="5264700" cy="85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780000" y="-260"/>
            <a:ext cx="3780000" cy="106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19508" y="2563450"/>
            <a:ext cx="3344400" cy="308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19508" y="5826865"/>
            <a:ext cx="3344400" cy="25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083839" y="1505164"/>
            <a:ext cx="3172200" cy="76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57705" y="8794266"/>
            <a:ext cx="4959600" cy="125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57705" y="2299346"/>
            <a:ext cx="7044600" cy="408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57705" y="6552657"/>
            <a:ext cx="7044600" cy="27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dym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255200" cy="10261499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770475" y="771525"/>
            <a:ext cx="3644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300">
                <a:solidFill>
                  <a:schemeClr val="dk1"/>
                </a:solidFill>
              </a:rPr>
              <a:t>{{Όνομα}} {{Επώνυμο}}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572700" y="1031150"/>
            <a:ext cx="383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300">
                <a:solidFill>
                  <a:schemeClr val="dk1"/>
                </a:solidFill>
              </a:rPr>
              <a:t>{{ΗμΓεν}}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880475" y="1245075"/>
            <a:ext cx="143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200">
                <a:solidFill>
                  <a:schemeClr val="dk1"/>
                </a:solidFill>
              </a:rPr>
              <a:t>{{ΔΙΚΑ}}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2570475" y="1470636"/>
            <a:ext cx="484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200">
                <a:solidFill>
                  <a:schemeClr val="dk1"/>
                </a:solidFill>
              </a:rPr>
              <a:t>{{Σχολείο}}						{{TAXI}}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5390175" y="1229625"/>
            <a:ext cx="185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chemeClr val="dk1"/>
                </a:solidFill>
              </a:rPr>
              <a:t>ΑΜΚΑ: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152400" y="309825"/>
            <a:ext cx="185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chemeClr val="dk1"/>
                </a:solidFill>
              </a:rPr>
              <a:t>{{Μονάδα}}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4" title="adym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255200" cy="1026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