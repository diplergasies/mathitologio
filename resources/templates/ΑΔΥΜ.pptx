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7559675" cy="1069181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68">
          <p15:clr>
            <a:srgbClr val="747775"/>
          </p15:clr>
        </p15:guide>
        <p15:guide id="2" pos="238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608" y="-324"/>
      </p:cViewPr>
      <p:guideLst>
        <p:guide orient="horz" pos="3368"/>
        <p:guide pos="23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17050" y="685800"/>
            <a:ext cx="2424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41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9096a4f4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050" y="685800"/>
            <a:ext cx="2424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99096a4f4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57712" y="1547778"/>
            <a:ext cx="7044600" cy="42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57705" y="5891409"/>
            <a:ext cx="7044600" cy="16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57705" y="4471058"/>
            <a:ext cx="7044600" cy="174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33069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3995291" y="2395696"/>
            <a:ext cx="33069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257705" y="1154948"/>
            <a:ext cx="2321700" cy="157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257705" y="2888617"/>
            <a:ext cx="2321700" cy="66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05325" y="935745"/>
            <a:ext cx="5264700" cy="850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780000" y="-260"/>
            <a:ext cx="3780000" cy="106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19508" y="2563450"/>
            <a:ext cx="3344400" cy="308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19508" y="5826865"/>
            <a:ext cx="3344400" cy="25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083839" y="1505164"/>
            <a:ext cx="3172200" cy="7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257705" y="8794266"/>
            <a:ext cx="4959600" cy="125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257705" y="2299346"/>
            <a:ext cx="7044600" cy="408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57705" y="6552657"/>
            <a:ext cx="7044600" cy="270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dym-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695112" y="809919"/>
            <a:ext cx="3644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300" dirty="0">
                <a:solidFill>
                  <a:schemeClr val="dk1"/>
                </a:solidFill>
              </a:rPr>
              <a:t>{{Όνομα}} {{Επώνυμο}}</a:t>
            </a:r>
            <a:endParaRPr sz="800" dirty="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421975" y="981120"/>
            <a:ext cx="3129551" cy="45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" sz="1300" dirty="0">
                <a:solidFill>
                  <a:schemeClr val="dk1"/>
                </a:solidFill>
              </a:rPr>
              <a:t>{{ΗμΓεν}}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80475" y="1245075"/>
            <a:ext cx="1436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200">
                <a:solidFill>
                  <a:schemeClr val="dk1"/>
                </a:solidFill>
              </a:rPr>
              <a:t>{{ΔΙΚΑ}}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70476" y="1470636"/>
            <a:ext cx="27464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200" dirty="0">
                <a:solidFill>
                  <a:schemeClr val="dk1"/>
                </a:solidFill>
              </a:rPr>
              <a:t>{{Σχολείο}}			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90175" y="12296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ΑΜΚΑ: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52400" y="3098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{{Μονάδα}}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Google Shape;58;p13">
            <a:extLst>
              <a:ext uri="{FF2B5EF4-FFF2-40B4-BE49-F238E27FC236}">
                <a16:creationId xmlns:a16="http://schemas.microsoft.com/office/drawing/2014/main" id="{2D37493C-1CB0-F88A-BE43-D5525CE82F08}"/>
              </a:ext>
            </a:extLst>
          </p:cNvPr>
          <p:cNvSpPr txBox="1"/>
          <p:nvPr/>
        </p:nvSpPr>
        <p:spPr>
          <a:xfrm>
            <a:off x="5537408" y="1465270"/>
            <a:ext cx="1307892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{{TAXI}}</a:t>
            </a:r>
            <a:endParaRPr sz="1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dym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Custom</PresentationFormat>
  <Paragraphs>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Office</cp:lastModifiedBy>
  <cp:revision>2</cp:revision>
  <dcterms:modified xsi:type="dcterms:W3CDTF">2026-06-29T07:55:22Z</dcterms:modified>
</cp:coreProperties>
</file>